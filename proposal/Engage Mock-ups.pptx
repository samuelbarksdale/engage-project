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9"/>
  </p:normalViewPr>
  <p:slideViewPr>
    <p:cSldViewPr snapToGrid="0" snapToObjects="1">
      <p:cViewPr varScale="1">
        <p:scale>
          <a:sx n="105" d="100"/>
          <a:sy n="105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442F8-57FF-B94B-8396-CB461868C42C}" type="datetimeFigureOut">
              <a:rPr lang="en-US" smtClean="0"/>
              <a:t>10/9/19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27067-3DA0-7F4F-A9F1-6F7C83CC6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62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 or </a:t>
            </a:r>
            <a:r>
              <a:rPr lang="en-US"/>
              <a:t>Deny absence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27067-3DA0-7F4F-A9F1-6F7C83CC659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12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BAB5A-AD25-3749-9C35-FA953EAC1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39BB0-5E94-5048-AD13-55CCBD549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8CACA-51E5-0644-840D-A388B53A1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CE84-0A53-B44F-B5E8-9214AC4791FF}" type="datetimeFigureOut">
              <a:rPr lang="en-US" smtClean="0"/>
              <a:t>10/9/19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D7BFE-0993-F746-95CA-3F12F0360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3057C-3F80-B643-B7D4-CB71135E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1028-2723-344F-8E1B-7D58EB7E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49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04B90-5A49-E14A-9EDC-415DE9C23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BE770-9639-004C-B163-11CFE6675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3050F-3386-F64F-B184-2493207B0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CE84-0A53-B44F-B5E8-9214AC4791FF}" type="datetimeFigureOut">
              <a:rPr lang="en-US" smtClean="0"/>
              <a:t>10/9/19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AC75C-AE2B-4144-93AE-FFD6F05D9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58BAF-0BC7-E24D-BE68-BC9F49F09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1028-2723-344F-8E1B-7D58EB7E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7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174D0-37E8-C341-98EC-BF1FCA4EF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72850-A883-5D43-9057-B24C82B57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4D1E-4FFE-8449-84BC-21BA909B5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CE84-0A53-B44F-B5E8-9214AC4791FF}" type="datetimeFigureOut">
              <a:rPr lang="en-US" smtClean="0"/>
              <a:t>10/9/19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D0922-4D7C-3947-86A4-3B8892D9C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FDC01-D041-004C-BF4B-FF0CD838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1028-2723-344F-8E1B-7D58EB7E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46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81C1B-9E88-0A42-8C40-4AAE0F572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771FA-8B1F-4045-8098-182C0EC42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F73D3-E0B5-A846-98CB-9F703141C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02372-E670-4246-88DE-30A7A0018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CE84-0A53-B44F-B5E8-9214AC4791FF}" type="datetimeFigureOut">
              <a:rPr lang="en-US" smtClean="0"/>
              <a:t>10/9/19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670A2-1E26-C94C-AA7B-4AF3561FC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6C6D7-A277-F94A-92E7-0716FF9A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1028-2723-344F-8E1B-7D58EB7E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4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61A0C-D34D-0948-A87D-A1088EA4D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2F29C-C2B8-7C46-95E2-E8F6B9D67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73016-67A5-B543-9BCC-A65527937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A33B5E-1784-E148-BB49-767A11107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43A349-95AC-DF44-983D-E65FF77EF2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3FDF82-4A42-C04E-9DD3-BB98501C4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CE84-0A53-B44F-B5E8-9214AC4791FF}" type="datetimeFigureOut">
              <a:rPr lang="en-US" smtClean="0"/>
              <a:t>10/9/19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57697-01C2-744E-B86D-176550820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1845D1-B456-074D-9015-60F624AC9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1028-2723-344F-8E1B-7D58EB7E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03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BFC29-8689-8D48-BC3B-82BEDBC08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DAD2AF-8818-3141-9559-C8377A45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CE84-0A53-B44F-B5E8-9214AC4791FF}" type="datetimeFigureOut">
              <a:rPr lang="en-US" smtClean="0"/>
              <a:t>10/9/19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2535B-5CD2-BB4A-B5CC-564D7528C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B0EC0-F7EB-DC46-BBC2-9DBE6618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1028-2723-344F-8E1B-7D58EB7E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7325B-9E2A-0241-A0C2-8AF527647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CE84-0A53-B44F-B5E8-9214AC4791FF}" type="datetimeFigureOut">
              <a:rPr lang="en-US" smtClean="0"/>
              <a:t>10/9/19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FDC1EB-F833-1A48-97EA-5B97E8C3A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C1835-DF7C-5A4C-8AE7-D2ADB428F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1028-2723-344F-8E1B-7D58EB7E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4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2567-294E-0645-8737-2407A13A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22F04-DB1E-7D46-9D66-E9C09E954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53848-DAA0-9E45-916D-8E790F743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A649F-DECF-6B4E-9B81-C614997B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CE84-0A53-B44F-B5E8-9214AC4791FF}" type="datetimeFigureOut">
              <a:rPr lang="en-US" smtClean="0"/>
              <a:t>10/9/19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50991-9E9E-CF42-9ADC-10330CE4C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E99DB-B02D-A847-AF17-7DECAC12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1028-2723-344F-8E1B-7D58EB7E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90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FE75-4756-2342-BB85-277CCDE9F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7E22E-286A-4A46-ADB6-6396EC75B6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3958D-A792-9442-B93F-2B95C3246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C1208-E00C-CB4D-B32F-256F2A03B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CE84-0A53-B44F-B5E8-9214AC4791FF}" type="datetimeFigureOut">
              <a:rPr lang="en-US" smtClean="0"/>
              <a:t>10/9/19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466F1-3FE0-7D46-9B0B-E2E2BCAE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2CE8B-24B5-E34F-B17D-8AA3F34A4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1028-2723-344F-8E1B-7D58EB7E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85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3A9D-EAF2-214C-ABB3-2B938C1C1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F4EECE-8C65-6C4D-8874-31599E836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80D2C-D398-5B47-B8E7-6512717F1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CE84-0A53-B44F-B5E8-9214AC4791FF}" type="datetimeFigureOut">
              <a:rPr lang="en-US" smtClean="0"/>
              <a:t>10/9/19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2C935-FFB0-D04C-8E7D-AC852AABC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8F8C4-DE43-E044-90E5-E69932B69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1028-2723-344F-8E1B-7D58EB7E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29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1CB3EA-36B2-CA40-A6B7-FBDBF83DF5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A47F4-56EF-6146-8014-DEAF721A4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0C7D8-E43F-F34F-B945-C03DEFED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CE84-0A53-B44F-B5E8-9214AC4791FF}" type="datetimeFigureOut">
              <a:rPr lang="en-US" smtClean="0"/>
              <a:t>10/9/19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27F14-AB08-7A4D-8838-637C18354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B5A4E-EB73-AE4C-9B71-10BDF09EF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1028-2723-344F-8E1B-7D58EB7E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958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FFAB3D-8AD0-F741-8D5A-D95791AF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C7BDD-D0E8-7F42-9D38-AF941DE2B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62926-A11F-6B41-95AA-4923690A5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0CE84-0A53-B44F-B5E8-9214AC4791FF}" type="datetimeFigureOut">
              <a:rPr lang="en-US" smtClean="0"/>
              <a:t>10/9/19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41D4D-F0B8-AF47-BA9A-F1D965DD73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2A571-9008-5043-BACF-25DCD52BB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D1028-2723-344F-8E1B-7D58EB7E3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89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70B94C-8DAF-ED4C-82DF-CF449A8EF98C}"/>
              </a:ext>
            </a:extLst>
          </p:cNvPr>
          <p:cNvSpPr/>
          <p:nvPr/>
        </p:nvSpPr>
        <p:spPr>
          <a:xfrm>
            <a:off x="2141315" y="725884"/>
            <a:ext cx="7958138" cy="575230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ECC35DE-8BEF-2643-8CA7-FDF7E698D5B7}"/>
              </a:ext>
            </a:extLst>
          </p:cNvPr>
          <p:cNvSpPr/>
          <p:nvPr/>
        </p:nvSpPr>
        <p:spPr>
          <a:xfrm>
            <a:off x="4620768" y="4572000"/>
            <a:ext cx="2999232" cy="99974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35E1C1-7530-F446-971E-1970E959F553}"/>
              </a:ext>
            </a:extLst>
          </p:cNvPr>
          <p:cNvSpPr/>
          <p:nvPr/>
        </p:nvSpPr>
        <p:spPr>
          <a:xfrm>
            <a:off x="4657344" y="3429000"/>
            <a:ext cx="2962656" cy="100091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722ED9-D60B-3645-A4CD-EF86319E5B78}"/>
              </a:ext>
            </a:extLst>
          </p:cNvPr>
          <p:cNvSpPr txBox="1"/>
          <p:nvPr/>
        </p:nvSpPr>
        <p:spPr>
          <a:xfrm>
            <a:off x="5035296" y="3730752"/>
            <a:ext cx="230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Instructor Log 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7253AC-C358-E345-A5B9-966E4E807FCA}"/>
              </a:ext>
            </a:extLst>
          </p:cNvPr>
          <p:cNvSpPr txBox="1"/>
          <p:nvPr/>
        </p:nvSpPr>
        <p:spPr>
          <a:xfrm>
            <a:off x="4943856" y="4846304"/>
            <a:ext cx="230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Log 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B9A7E1-2F13-0045-B736-C3248B78C807}"/>
              </a:ext>
            </a:extLst>
          </p:cNvPr>
          <p:cNvSpPr/>
          <p:nvPr/>
        </p:nvSpPr>
        <p:spPr>
          <a:xfrm>
            <a:off x="4779264" y="1901952"/>
            <a:ext cx="2755392" cy="9631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5166D7-549B-934D-AFB1-AB58F8E3D214}"/>
              </a:ext>
            </a:extLst>
          </p:cNvPr>
          <p:cNvSpPr txBox="1"/>
          <p:nvPr/>
        </p:nvSpPr>
        <p:spPr>
          <a:xfrm>
            <a:off x="5193792" y="2157984"/>
            <a:ext cx="1926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Logo/Name</a:t>
            </a:r>
          </a:p>
        </p:txBody>
      </p:sp>
    </p:spTree>
    <p:extLst>
      <p:ext uri="{BB962C8B-B14F-4D97-AF65-F5344CB8AC3E}">
        <p14:creationId xmlns:p14="http://schemas.microsoft.com/office/powerpoint/2010/main" val="427173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CBE0-0670-B244-996E-B6D71C9BD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Log in page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D3D80E-1264-024D-8C65-A6F6383317EE}"/>
              </a:ext>
            </a:extLst>
          </p:cNvPr>
          <p:cNvSpPr/>
          <p:nvPr/>
        </p:nvSpPr>
        <p:spPr>
          <a:xfrm>
            <a:off x="2011680" y="1506347"/>
            <a:ext cx="8168640" cy="49865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5385C-92D2-9948-85BD-F10D5DA7C91F}"/>
              </a:ext>
            </a:extLst>
          </p:cNvPr>
          <p:cNvSpPr txBox="1"/>
          <p:nvPr/>
        </p:nvSpPr>
        <p:spPr>
          <a:xfrm>
            <a:off x="2584704" y="1685613"/>
            <a:ext cx="7022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Student Name		Total Points: Points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883741B-955F-4B4D-A88A-6DBADD890FF3}"/>
              </a:ext>
            </a:extLst>
          </p:cNvPr>
          <p:cNvSpPr/>
          <p:nvPr/>
        </p:nvSpPr>
        <p:spPr>
          <a:xfrm>
            <a:off x="2596896" y="2624852"/>
            <a:ext cx="3499104" cy="144727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40488-1903-F143-8603-ED78BA2DAC22}"/>
              </a:ext>
            </a:extLst>
          </p:cNvPr>
          <p:cNvSpPr txBox="1"/>
          <p:nvPr/>
        </p:nvSpPr>
        <p:spPr>
          <a:xfrm>
            <a:off x="2706624" y="2780534"/>
            <a:ext cx="2450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Course Name</a:t>
            </a:r>
          </a:p>
        </p:txBody>
      </p:sp>
      <p:sp>
        <p:nvSpPr>
          <p:cNvPr id="9" name="Double Bracket 8">
            <a:extLst>
              <a:ext uri="{FF2B5EF4-FFF2-40B4-BE49-F238E27FC236}">
                <a16:creationId xmlns:a16="http://schemas.microsoft.com/office/drawing/2014/main" id="{77F73735-C9FA-FB48-A8A4-C09A1F5A231E}"/>
              </a:ext>
            </a:extLst>
          </p:cNvPr>
          <p:cNvSpPr/>
          <p:nvPr/>
        </p:nvSpPr>
        <p:spPr>
          <a:xfrm>
            <a:off x="2706624" y="3397881"/>
            <a:ext cx="1950720" cy="328660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Course Time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EA0E5B-B09C-0F4A-B361-EE55920C9F9C}"/>
              </a:ext>
            </a:extLst>
          </p:cNvPr>
          <p:cNvSpPr/>
          <p:nvPr/>
        </p:nvSpPr>
        <p:spPr>
          <a:xfrm>
            <a:off x="4996434" y="2717201"/>
            <a:ext cx="980694" cy="588329"/>
          </a:xfrm>
          <a:prstGeom prst="round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Check in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29E31A0-1E4E-5F4E-B5FB-BCB02D86938A}"/>
              </a:ext>
            </a:extLst>
          </p:cNvPr>
          <p:cNvSpPr/>
          <p:nvPr/>
        </p:nvSpPr>
        <p:spPr>
          <a:xfrm>
            <a:off x="2584704" y="4281329"/>
            <a:ext cx="3499104" cy="95097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 Add Another Class!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16555E-5675-9D43-A529-B3BD08577A47}"/>
              </a:ext>
            </a:extLst>
          </p:cNvPr>
          <p:cNvSpPr/>
          <p:nvPr/>
        </p:nvSpPr>
        <p:spPr>
          <a:xfrm>
            <a:off x="6949440" y="2624852"/>
            <a:ext cx="2657856" cy="36540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AA189C-2469-3F45-8FB4-CB5C81F4515D}"/>
              </a:ext>
            </a:extLst>
          </p:cNvPr>
          <p:cNvSpPr txBox="1"/>
          <p:nvPr/>
        </p:nvSpPr>
        <p:spPr>
          <a:xfrm>
            <a:off x="7469124" y="2727146"/>
            <a:ext cx="1609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Badges!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55207D3-C7F1-A74A-A8F7-1DD44E161D16}"/>
              </a:ext>
            </a:extLst>
          </p:cNvPr>
          <p:cNvSpPr/>
          <p:nvPr/>
        </p:nvSpPr>
        <p:spPr>
          <a:xfrm>
            <a:off x="4996434" y="3416927"/>
            <a:ext cx="980694" cy="588329"/>
          </a:xfrm>
          <a:prstGeom prst="round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Absent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C5A812-2542-124D-A845-A01EAAEA87E1}"/>
              </a:ext>
            </a:extLst>
          </p:cNvPr>
          <p:cNvSpPr/>
          <p:nvPr/>
        </p:nvSpPr>
        <p:spPr>
          <a:xfrm>
            <a:off x="7266432" y="3305530"/>
            <a:ext cx="658368" cy="53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0393DE-80EF-6942-8C91-AC93AB7547B6}"/>
              </a:ext>
            </a:extLst>
          </p:cNvPr>
          <p:cNvSpPr/>
          <p:nvPr/>
        </p:nvSpPr>
        <p:spPr>
          <a:xfrm>
            <a:off x="8507730" y="3305530"/>
            <a:ext cx="658368" cy="53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70DC58-7BF3-B943-B13E-C57CCE4D1E92}"/>
              </a:ext>
            </a:extLst>
          </p:cNvPr>
          <p:cNvSpPr/>
          <p:nvPr/>
        </p:nvSpPr>
        <p:spPr>
          <a:xfrm>
            <a:off x="7257288" y="4114762"/>
            <a:ext cx="658368" cy="53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998F7A-8B5C-004D-8095-5E5D408F3CE3}"/>
              </a:ext>
            </a:extLst>
          </p:cNvPr>
          <p:cNvSpPr/>
          <p:nvPr/>
        </p:nvSpPr>
        <p:spPr>
          <a:xfrm>
            <a:off x="8507730" y="4114156"/>
            <a:ext cx="658368" cy="534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146701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CBE0-0670-B244-996E-B6D71C9BD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Log in page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D3D80E-1264-024D-8C65-A6F6383317EE}"/>
              </a:ext>
            </a:extLst>
          </p:cNvPr>
          <p:cNvSpPr/>
          <p:nvPr/>
        </p:nvSpPr>
        <p:spPr>
          <a:xfrm>
            <a:off x="2011680" y="1455313"/>
            <a:ext cx="8168640" cy="49865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49381F-D169-6E46-ADCA-4538C2D40E80}"/>
              </a:ext>
            </a:extLst>
          </p:cNvPr>
          <p:cNvSpPr txBox="1"/>
          <p:nvPr/>
        </p:nvSpPr>
        <p:spPr>
          <a:xfrm>
            <a:off x="2367419" y="1690688"/>
            <a:ext cx="3728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Course Name Section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9A3042-C16E-3C44-B2EF-68C769205577}"/>
              </a:ext>
            </a:extLst>
          </p:cNvPr>
          <p:cNvSpPr txBox="1"/>
          <p:nvPr/>
        </p:nvSpPr>
        <p:spPr>
          <a:xfrm>
            <a:off x="5169408" y="2438023"/>
            <a:ext cx="1853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Date(s) Absent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F07998-9B4F-E741-BD6D-7C96DC62CB1F}"/>
              </a:ext>
            </a:extLst>
          </p:cNvPr>
          <p:cNvSpPr/>
          <p:nvPr/>
        </p:nvSpPr>
        <p:spPr>
          <a:xfrm>
            <a:off x="3846576" y="3095137"/>
            <a:ext cx="4498848" cy="853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Reason why Absent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7E15DE-2A06-F64B-8729-1D672629C814}"/>
              </a:ext>
            </a:extLst>
          </p:cNvPr>
          <p:cNvSpPr/>
          <p:nvPr/>
        </p:nvSpPr>
        <p:spPr>
          <a:xfrm>
            <a:off x="3846576" y="4236359"/>
            <a:ext cx="4498848" cy="853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Documentation Upload</a:t>
            </a:r>
          </a:p>
        </p:txBody>
      </p:sp>
    </p:spTree>
    <p:extLst>
      <p:ext uri="{BB962C8B-B14F-4D97-AF65-F5344CB8AC3E}">
        <p14:creationId xmlns:p14="http://schemas.microsoft.com/office/powerpoint/2010/main" val="3400366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3903C-F35B-0847-A927-7227618BB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 Log 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CF3A37-E926-FC4A-98FC-550252710A41}"/>
              </a:ext>
            </a:extLst>
          </p:cNvPr>
          <p:cNvSpPr/>
          <p:nvPr/>
        </p:nvSpPr>
        <p:spPr>
          <a:xfrm>
            <a:off x="2011680" y="1506347"/>
            <a:ext cx="8168640" cy="49865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C6143F-B175-9D44-85E7-1BA373C19F94}"/>
              </a:ext>
            </a:extLst>
          </p:cNvPr>
          <p:cNvSpPr txBox="1"/>
          <p:nvPr/>
        </p:nvSpPr>
        <p:spPr>
          <a:xfrm>
            <a:off x="2572512" y="1825625"/>
            <a:ext cx="3108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Instructor 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6D91E-4689-2F49-997A-F8E30249D9E1}"/>
              </a:ext>
            </a:extLst>
          </p:cNvPr>
          <p:cNvSpPr txBox="1"/>
          <p:nvPr/>
        </p:nvSpPr>
        <p:spPr>
          <a:xfrm>
            <a:off x="4446740" y="2392471"/>
            <a:ext cx="2918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Select Course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BF0FD2-C89E-E448-9FAF-36A793440B8B}"/>
              </a:ext>
            </a:extLst>
          </p:cNvPr>
          <p:cNvSpPr/>
          <p:nvPr/>
        </p:nvSpPr>
        <p:spPr>
          <a:xfrm>
            <a:off x="3645074" y="2943616"/>
            <a:ext cx="4597052" cy="32317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130A5F-2F2F-B54C-9DCB-6C56C9E427B3}"/>
              </a:ext>
            </a:extLst>
          </p:cNvPr>
          <p:cNvSpPr/>
          <p:nvPr/>
        </p:nvSpPr>
        <p:spPr>
          <a:xfrm>
            <a:off x="3845490" y="3131507"/>
            <a:ext cx="4233798" cy="868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B1FFFF-0D7C-604E-BF14-33FA9FF73091}"/>
              </a:ext>
            </a:extLst>
          </p:cNvPr>
          <p:cNvSpPr txBox="1"/>
          <p:nvPr/>
        </p:nvSpPr>
        <p:spPr>
          <a:xfrm>
            <a:off x="3977014" y="3355552"/>
            <a:ext cx="2749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Course Name	Section	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FADD4D-0E2A-B24E-9738-354487EAD607}"/>
              </a:ext>
            </a:extLst>
          </p:cNvPr>
          <p:cNvSpPr/>
          <p:nvPr/>
        </p:nvSpPr>
        <p:spPr>
          <a:xfrm>
            <a:off x="7189940" y="3355552"/>
            <a:ext cx="710017" cy="452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477DF8-1E6C-C34A-9A86-0262CCCE4C4A}"/>
              </a:ext>
            </a:extLst>
          </p:cNvPr>
          <p:cNvSpPr/>
          <p:nvPr/>
        </p:nvSpPr>
        <p:spPr>
          <a:xfrm>
            <a:off x="3845490" y="4223656"/>
            <a:ext cx="4233798" cy="868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 Add a new class!</a:t>
            </a:r>
          </a:p>
        </p:txBody>
      </p:sp>
    </p:spTree>
    <p:extLst>
      <p:ext uri="{BB962C8B-B14F-4D97-AF65-F5344CB8AC3E}">
        <p14:creationId xmlns:p14="http://schemas.microsoft.com/office/powerpoint/2010/main" val="2887904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1E0C6-260A-6944-8C9D-20634FF93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CF4E8-0878-9B4B-B85F-D69324098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6338C-F684-1049-B634-9E63DE880EA7}"/>
              </a:ext>
            </a:extLst>
          </p:cNvPr>
          <p:cNvSpPr/>
          <p:nvPr/>
        </p:nvSpPr>
        <p:spPr>
          <a:xfrm>
            <a:off x="2011680" y="1506347"/>
            <a:ext cx="8168640" cy="49865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48F820-BA9D-534B-BBB8-B14B9C202BB0}"/>
              </a:ext>
            </a:extLst>
          </p:cNvPr>
          <p:cNvSpPr txBox="1"/>
          <p:nvPr/>
        </p:nvSpPr>
        <p:spPr>
          <a:xfrm>
            <a:off x="2379945" y="1690688"/>
            <a:ext cx="4246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Course Name	Section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B8DB82-CB83-6041-B099-FEDAE9378668}"/>
              </a:ext>
            </a:extLst>
          </p:cNvPr>
          <p:cNvSpPr/>
          <p:nvPr/>
        </p:nvSpPr>
        <p:spPr>
          <a:xfrm>
            <a:off x="2530258" y="2718148"/>
            <a:ext cx="2016690" cy="1603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F101E9-1FCC-4F45-ADE1-F75EF9E3A55B}"/>
              </a:ext>
            </a:extLst>
          </p:cNvPr>
          <p:cNvSpPr/>
          <p:nvPr/>
        </p:nvSpPr>
        <p:spPr>
          <a:xfrm>
            <a:off x="5136141" y="2718148"/>
            <a:ext cx="2016690" cy="1603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37578F-F509-7840-8883-42B4DAF3539B}"/>
              </a:ext>
            </a:extLst>
          </p:cNvPr>
          <p:cNvSpPr/>
          <p:nvPr/>
        </p:nvSpPr>
        <p:spPr>
          <a:xfrm>
            <a:off x="7742025" y="2718148"/>
            <a:ext cx="2016690" cy="1603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43C2F9-0977-C747-B6B3-64E5BBE3095D}"/>
              </a:ext>
            </a:extLst>
          </p:cNvPr>
          <p:cNvSpPr txBox="1"/>
          <p:nvPr/>
        </p:nvSpPr>
        <p:spPr>
          <a:xfrm>
            <a:off x="5255255" y="4407229"/>
            <a:ext cx="1741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View Class Stats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FEF94A-B90E-ED44-990D-FB66BADCB9EA}"/>
              </a:ext>
            </a:extLst>
          </p:cNvPr>
          <p:cNvSpPr txBox="1"/>
          <p:nvPr/>
        </p:nvSpPr>
        <p:spPr>
          <a:xfrm>
            <a:off x="7879811" y="4417822"/>
            <a:ext cx="1741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Change/Update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A53D5-CFAB-F145-82A9-ACD953B36970}"/>
              </a:ext>
            </a:extLst>
          </p:cNvPr>
          <p:cNvSpPr txBox="1"/>
          <p:nvPr/>
        </p:nvSpPr>
        <p:spPr>
          <a:xfrm>
            <a:off x="2743435" y="4380824"/>
            <a:ext cx="1490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View Absences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648A0F-C20F-4846-8882-CEB1048AA860}"/>
              </a:ext>
            </a:extLst>
          </p:cNvPr>
          <p:cNvSpPr txBox="1"/>
          <p:nvPr/>
        </p:nvSpPr>
        <p:spPr>
          <a:xfrm>
            <a:off x="3081403" y="3269293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462B1E-D611-6041-BD7D-14DDF3218284}"/>
              </a:ext>
            </a:extLst>
          </p:cNvPr>
          <p:cNvSpPr txBox="1"/>
          <p:nvPr/>
        </p:nvSpPr>
        <p:spPr>
          <a:xfrm>
            <a:off x="5649708" y="3269293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5B90F1-4EBB-1F42-95A9-F9DE01857020}"/>
              </a:ext>
            </a:extLst>
          </p:cNvPr>
          <p:cNvSpPr txBox="1"/>
          <p:nvPr/>
        </p:nvSpPr>
        <p:spPr>
          <a:xfrm>
            <a:off x="8255592" y="3294345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858640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652A-ADBA-AD4F-858E-2C2A23E8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Class Stats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643A07-2463-A74D-9E1B-7C80AC1F255A}"/>
              </a:ext>
            </a:extLst>
          </p:cNvPr>
          <p:cNvSpPr/>
          <p:nvPr/>
        </p:nvSpPr>
        <p:spPr>
          <a:xfrm>
            <a:off x="2011680" y="1506347"/>
            <a:ext cx="8168640" cy="49865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332C9E-4ABA-574B-A129-A3E04ABF9A14}"/>
              </a:ext>
            </a:extLst>
          </p:cNvPr>
          <p:cNvSpPr txBox="1"/>
          <p:nvPr/>
        </p:nvSpPr>
        <p:spPr>
          <a:xfrm>
            <a:off x="2367419" y="1690688"/>
            <a:ext cx="3728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Course Name Section Stats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1FC6B1-A90E-A641-B8AD-C844C0ECC937}"/>
              </a:ext>
            </a:extLst>
          </p:cNvPr>
          <p:cNvSpPr/>
          <p:nvPr/>
        </p:nvSpPr>
        <p:spPr>
          <a:xfrm>
            <a:off x="2542784" y="2555310"/>
            <a:ext cx="3553216" cy="24801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CBC230-BECE-9642-8861-DB229CC08C52}"/>
              </a:ext>
            </a:extLst>
          </p:cNvPr>
          <p:cNvSpPr txBox="1"/>
          <p:nvPr/>
        </p:nvSpPr>
        <p:spPr>
          <a:xfrm>
            <a:off x="3511463" y="3537783"/>
            <a:ext cx="161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499A1E-D45C-F544-9DD3-D7FA098829B1}"/>
              </a:ext>
            </a:extLst>
          </p:cNvPr>
          <p:cNvSpPr txBox="1"/>
          <p:nvPr/>
        </p:nvSpPr>
        <p:spPr>
          <a:xfrm>
            <a:off x="2885160" y="5092504"/>
            <a:ext cx="2868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Lecture Attendance Graph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51D938-4352-EA44-9479-D80EC98AC2A6}"/>
              </a:ext>
            </a:extLst>
          </p:cNvPr>
          <p:cNvSpPr/>
          <p:nvPr/>
        </p:nvSpPr>
        <p:spPr>
          <a:xfrm>
            <a:off x="6727416" y="3515749"/>
            <a:ext cx="2921800" cy="776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410D62-20A2-A24D-975F-317B2D237337}"/>
              </a:ext>
            </a:extLst>
          </p:cNvPr>
          <p:cNvSpPr txBox="1"/>
          <p:nvPr/>
        </p:nvSpPr>
        <p:spPr>
          <a:xfrm>
            <a:off x="6914367" y="3728691"/>
            <a:ext cx="259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View Individual Students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19E59C-7042-014C-917A-02969C996A39}"/>
              </a:ext>
            </a:extLst>
          </p:cNvPr>
          <p:cNvSpPr/>
          <p:nvPr/>
        </p:nvSpPr>
        <p:spPr>
          <a:xfrm>
            <a:off x="6727416" y="2555310"/>
            <a:ext cx="2921800" cy="776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978D3A-FF35-554A-A6DF-25285F07167C}"/>
              </a:ext>
            </a:extLst>
          </p:cNvPr>
          <p:cNvSpPr txBox="1"/>
          <p:nvPr/>
        </p:nvSpPr>
        <p:spPr>
          <a:xfrm>
            <a:off x="6877728" y="2743737"/>
            <a:ext cx="259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View Absences</a:t>
            </a:r>
          </a:p>
        </p:txBody>
      </p:sp>
    </p:spTree>
    <p:extLst>
      <p:ext uri="{BB962C8B-B14F-4D97-AF65-F5344CB8AC3E}">
        <p14:creationId xmlns:p14="http://schemas.microsoft.com/office/powerpoint/2010/main" val="1999254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8427</TotalTime>
  <Words>103</Words>
  <Application>Microsoft Macintosh PowerPoint</Application>
  <PresentationFormat>Widescreen</PresentationFormat>
  <Paragraphs>42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Student Log in page</vt:lpstr>
      <vt:lpstr>Student Log in page</vt:lpstr>
      <vt:lpstr>Instructor Log in</vt:lpstr>
      <vt:lpstr>Viewing Course</vt:lpstr>
      <vt:lpstr>View Class Stats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Samuel Unique Barksdale</dc:creator>
  <cp:lastModifiedBy>Samuel Unique Barksdale</cp:lastModifiedBy>
  <cp:revision>13</cp:revision>
  <dcterms:created xsi:type="dcterms:W3CDTF">2019-09-29T22:27:57Z</dcterms:created>
  <dcterms:modified xsi:type="dcterms:W3CDTF">2019-10-10T17:56:23Z</dcterms:modified>
</cp:coreProperties>
</file>